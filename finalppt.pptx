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29159F-D0F1-4B80-A78E-0F9DEA74672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433E41-03FA-41F6-8AA9-8DF9C85C9E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902055-B6B8-460E-89F4-CD4E380022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565E44-A1D5-45EB-A1D8-72DE5D9D5E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EBE87D-4B66-41FC-89C7-E2913EE23B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4EB89F-782C-4E76-ADE9-4BBEEAF4CD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E8E19A-DAB7-4285-9E4D-C2FB9DCD20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ED1D20-1162-4F76-B49B-88C9F34062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457200" y="604800"/>
            <a:ext cx="109440" cy="137124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77240" y="513360"/>
            <a:ext cx="7772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Failure Recovery Simulator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77240" y="151920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BD0F0"/>
                </a:solidFill>
                <a:effectLst/>
                <a:uFillTx/>
                <a:latin typeface="Calibri"/>
                <a:ea typeface="Calibri"/>
              </a:rPr>
              <a:t>Testing how networks survive breakdowns — safely, before they happen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457200" y="2693160"/>
            <a:ext cx="109440" cy="166284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77240" y="2565720"/>
            <a:ext cx="777204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Presented By: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77240" y="2700000"/>
            <a:ext cx="7772040" cy="23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BD0F0"/>
                </a:solidFill>
                <a:effectLst/>
                <a:uFillTx/>
                <a:latin typeface="Calibri"/>
                <a:ea typeface="Calibri"/>
              </a:rPr>
              <a:t>- 25MVCSMR0154 – Parsi Sricharan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BD0F0"/>
                </a:solidFill>
                <a:effectLst/>
                <a:uFillTx/>
                <a:latin typeface="Calibri"/>
                <a:ea typeface="Calibri"/>
              </a:rPr>
              <a:t>- 25MVCSMR0148 – Mohd Mujtaba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BD0F0"/>
                </a:solidFill>
                <a:effectLst/>
                <a:uFillTx/>
                <a:latin typeface="Calibri"/>
                <a:ea typeface="Calibri"/>
              </a:rPr>
              <a:t>- 25MVCSMR0099 – Madhu Krishna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BD0F0"/>
                </a:solidFill>
                <a:effectLst/>
                <a:uFillTx/>
                <a:latin typeface="Calibri"/>
                <a:ea typeface="Calibri"/>
              </a:rPr>
              <a:t>- 25MVCSMR0098 – Sudesh Krishna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is it?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109728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A software tool that imitates a computer network, deliberately breaks parts of it, and shows how the network detects the problem and recovers.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457200" y="2377440"/>
            <a:ext cx="4023000" cy="201132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685800" y="25146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6FEB"/>
                </a:solidFill>
                <a:effectLst/>
                <a:uFillTx/>
                <a:latin typeface="Calibri"/>
                <a:ea typeface="Calibri"/>
              </a:rPr>
              <a:t>Real-life example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85800" y="3017520"/>
            <a:ext cx="3565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cable is cut or a router crashes. Traffic should automatically take another path.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4663440" y="2377440"/>
            <a:ext cx="4023000" cy="201132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892040" y="25146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6FEB"/>
                </a:solidFill>
                <a:effectLst/>
                <a:uFillTx/>
                <a:latin typeface="Calibri"/>
                <a:ea typeface="Calibri"/>
              </a:rPr>
              <a:t>In the simulator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4892040" y="3017520"/>
            <a:ext cx="3565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We "cut" a virtual link and watch how fast data finds a new route.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 do we need it?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457200" y="118872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457200" y="1371600"/>
            <a:ext cx="91080" cy="109692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777240" y="137160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Safe testing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777240" y="18288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Break things virtually, not on a live network.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4663440" y="118872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4663440" y="1371600"/>
            <a:ext cx="91080" cy="109692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4983480" y="137160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Save money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983480" y="18288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extra hardware or costly downtime.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457200" y="283464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457200" y="3017520"/>
            <a:ext cx="91080" cy="109692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77240" y="30175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Find weak spots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777240" y="347472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Spot single points of failure early.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4663440" y="283464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4663440" y="3017520"/>
            <a:ext cx="91080" cy="109692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4983480" y="30175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Plan better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4983480" y="347472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Compare recovery methods before choosing.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the simulator works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365760" y="1463040"/>
            <a:ext cx="1554120" cy="2377080"/>
          </a:xfrm>
          <a:prstGeom prst="roundRect">
            <a:avLst>
              <a:gd name="adj" fmla="val 5882"/>
            </a:avLst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365760" y="1554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2148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 network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57200" y="27432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Routers, links, traffic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2084760" y="1463040"/>
            <a:ext cx="1554120" cy="2377080"/>
          </a:xfrm>
          <a:prstGeom prst="roundRect">
            <a:avLst>
              <a:gd name="adj" fmla="val 5882"/>
            </a:avLst>
          </a:prstGeom>
          <a:solidFill>
            <a:srgbClr val="D948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2084760" y="1554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2176200" y="2148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Inject failure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2176200" y="27432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Cut link / crash node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3803760" y="1463040"/>
            <a:ext cx="1554120" cy="2377080"/>
          </a:xfrm>
          <a:prstGeom prst="roundRect">
            <a:avLst>
              <a:gd name="adj" fmla="val 5882"/>
            </a:avLst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3803760" y="1554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3895200" y="2148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Detect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3895200" y="27432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Missed "hello" signals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5523120" y="1463040"/>
            <a:ext cx="1554120" cy="2377080"/>
          </a:xfrm>
          <a:prstGeom prst="roundRect">
            <a:avLst>
              <a:gd name="adj" fmla="val 5882"/>
            </a:avLst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5523120" y="1554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5614560" y="2148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Recover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5614560" y="27432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Reroute or fail over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7242120" y="1463040"/>
            <a:ext cx="1554120" cy="2377080"/>
          </a:xfrm>
          <a:prstGeom prst="roundRect">
            <a:avLst>
              <a:gd name="adj" fmla="val 5882"/>
            </a:avLst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7242120" y="155448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7333560" y="2148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Measure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7333560" y="27432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Time, loss, speed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2"/>
          <p:cNvSpPr/>
          <p:nvPr/>
        </p:nvSpPr>
        <p:spPr>
          <a:xfrm>
            <a:off x="457200" y="42062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The cycle repeats with different failures to compare results.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Types of failures we simulate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457200" y="118872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731520" y="137160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4841"/>
                </a:solidFill>
                <a:effectLst/>
                <a:uFillTx/>
                <a:latin typeface="Calibri"/>
                <a:ea typeface="Calibri"/>
              </a:rPr>
              <a:t>Link failure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31520" y="18288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cable or connection goes down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4663440" y="118872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937760" y="137160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4841"/>
                </a:solidFill>
                <a:effectLst/>
                <a:uFillTx/>
                <a:latin typeface="Calibri"/>
                <a:ea typeface="Calibri"/>
              </a:rPr>
              <a:t>Node failure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937760" y="18288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router or switch crashes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457200" y="283464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731520" y="30175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4841"/>
                </a:solidFill>
                <a:effectLst/>
                <a:uFillTx/>
                <a:latin typeface="Calibri"/>
                <a:ea typeface="Calibri"/>
              </a:rPr>
              <a:t>Congestion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731520" y="347472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Too much traffic slows everything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4663440" y="2834640"/>
            <a:ext cx="4023000" cy="1462680"/>
          </a:xfrm>
          <a:prstGeom prst="roundRect">
            <a:avLst>
              <a:gd name="adj" fmla="val 6250"/>
            </a:avLst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4937760" y="30175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4841"/>
                </a:solidFill>
                <a:effectLst/>
                <a:uFillTx/>
                <a:latin typeface="Calibri"/>
                <a:ea typeface="Calibri"/>
              </a:rPr>
              <a:t>Packet loss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4937760" y="347472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Data gets dropped on the way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Recovery techniques tested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457200" y="109728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640080" y="1234440"/>
            <a:ext cx="456840" cy="45684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640080" y="1234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1325880" y="10972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Rerouting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023360" y="109728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Routing protocols (OSPF, BGP) find a new path automatically.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457200" y="196596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640080" y="2103120"/>
            <a:ext cx="456840" cy="45684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640080" y="2103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1325880" y="196596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Redundancy / failover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4023360" y="196596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backup link or device takes over instantly.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457200" y="283464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640080" y="2971800"/>
            <a:ext cx="456840" cy="45684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640080" y="2971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1325880" y="283464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Retransmission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4023360" y="283464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Lost data is sent again (e.g., TCP).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7"/>
          <p:cNvSpPr/>
          <p:nvPr/>
        </p:nvSpPr>
        <p:spPr>
          <a:xfrm>
            <a:off x="457200" y="370332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640080" y="3840480"/>
            <a:ext cx="456840" cy="45684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64008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1325880" y="370332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Load balancing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4023360" y="370332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Traffic is spread so no single path overloads.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Measuring success &amp; takeaways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457200" y="1097280"/>
            <a:ext cx="2651400" cy="137124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594360" y="11887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Recovery time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94360" y="16916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long until traffic flows again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3291840" y="1097280"/>
            <a:ext cx="2651400" cy="137124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3429000" y="11887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Packet loss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3429000" y="16916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much data was lost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6126480" y="1097280"/>
            <a:ext cx="2651400" cy="137124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6263640" y="11887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Throughput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6263640" y="16916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Speed after recovery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457200" y="2834640"/>
            <a:ext cx="8229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Popular tools: Mininet, ns-3, GNS3, Cisco Packet Tracer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Simulation lets us fix weaknesses before real failures happen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Faster recovery means less downtime and happier users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457200" y="43891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F6FEB"/>
                </a:solidFill>
                <a:effectLst/>
                <a:uFillTx/>
                <a:latin typeface="Calibri"/>
                <a:ea typeface="Calibri"/>
              </a:rPr>
              <a:t>Thank you!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2026-10-03T04:41:43Z</dcterms:created>
  <dc:creator>PptxGenJS</dc:creator>
  <dc:description/>
  <dc:language>en-IN</dc:language>
  <cp:lastModifiedBy/>
  <dcterms:modified xsi:type="dcterms:W3CDTF">2026-10-03T11:09:14Z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